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8BE3E2-59B3-BD79-8110-074E2A31CA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F742C8-1F53-6F6A-E3B5-BFB37F14CD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AF1321-6D2A-8EAD-01BA-9F5BD35D2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18D6A4A-0610-4909-8CF8-F79F38A1E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EA474-F21C-E660-A885-C2F02C6B4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0103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31CEEE-48BC-C330-20F3-5E87D096B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84FA31-BEA0-694A-4CA5-DE6E39DC7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1C2E7F-73FE-0617-E6D5-DD945D532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44C216-F9DA-215D-1F9F-93361369E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DAB254-AF49-DCCF-623B-F46C27026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138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CDB41-9A87-39DE-EE91-EAA09B9E2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31D220B-BEB2-0956-B068-BB0C318DC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BD93F6-49EA-7457-D235-47413C6B4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CCF5B4-C382-D96B-3071-B87388BA5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2B9C7F-7111-EA66-1728-8FF0F18A8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5538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5FF476-12E3-7D0B-3306-89BB6DA40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C7DB95-18A9-0F83-08CE-19419BEE1B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CEC124-A37E-1744-E7DC-AB228EB116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B1B7F9-CDF6-7B3C-FB57-7B7739359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78E0A8-2A09-31CD-74E2-01E0D5E0E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F02324-A4E3-2AAF-248A-E94A96D22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629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478415-421F-D0AA-CB92-603EEB2F5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E8B652-E13B-D049-A852-C3FF434D2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680C25B-042A-8555-8CE3-56868CDA1C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27DA3C0-F38B-AC95-D525-FC122A0CC8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EDCD796-7482-3E93-1A24-8EE49A5D74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5331248-81EA-A496-151D-17B49EB1A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A0DC06-7A0B-B8C6-3F09-9E2C6C9D9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01015BF-4140-4A0C-C6C9-2D87CF48E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86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564EF4-7E9D-FAA3-933E-E6A0C9EF7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8CF7070-C9AF-E8AF-37BE-DBD68662B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674C155-E437-5D87-98A7-00FB9ED02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5599F30-78F6-2FEE-7D05-83FF5B0AC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8450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ABA292-E2DC-F242-8581-9E6EC75A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3E07E0C-35BE-01CC-FDA6-02B60F52C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0A6873-0C76-EC6E-B586-18C39937E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1416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56DA9-BB59-7E7F-397C-D5A2E2A16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754338-8152-2D85-62A0-291C0F1F3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1D7C217-5B8F-F3FC-B0E6-3B07930B43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0510A4-F301-02A8-55C6-13FCB3E3F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A3DD00-ADAF-E749-205C-15068DFAC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8E063D-6781-CCF6-3EEA-B2498AABF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842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CE2D0C-A754-F275-9768-B58167FE0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840B22E-C9F1-7B9F-2BDF-27101A265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1A1091-A93A-4FDD-8A82-AD79FFE9CD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1203A0-92B9-2E17-98EE-F46116AF0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FC1231-6BC8-37F2-48FF-F7CBA27E5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AA3ED0-B982-165B-5BAF-8277D57D6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4658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7827A1-C287-8D43-54F3-85320BD6E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8338E81-210E-7619-5F4F-41FA8ABC87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C6055A-CCFD-B84C-5003-ED62647BE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91F619-033A-CD26-945D-B5329E987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B8B647-0135-6266-0478-8FB0E2A5D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4838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0B95CEE-0CE8-460F-979A-81AE92F8D8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4F10384-CA48-222E-709D-E4DF10DC3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218077-E072-B9E5-8CCA-17902827C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973023-DCC9-D462-1409-CC45B660E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1021E2-E336-9FAB-2F1F-49D8CB9BA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9863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668830F-B6E1-8161-AE76-9BD93A3E0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321102-EA09-97B9-15B5-A354E60E63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8A45AD-7C4A-3755-C3B2-B80684D4D5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37183A-56AE-4684-9C95-5FB84A65F4E3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6C4CF5-72EC-A12E-73F3-7E4270CED9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B773E7-77EA-8EC8-2538-C505A0B3F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6424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0B85C2-4ECD-4043-FAD2-6F0EAB0BB0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B38CEE7-5E64-64E5-14C9-D0B55E2804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8224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권민하/22000034</dc:creator>
  <cp:lastModifiedBy>권민하/22000034</cp:lastModifiedBy>
  <cp:revision>1</cp:revision>
  <dcterms:created xsi:type="dcterms:W3CDTF">2026-06-09T07:09:26Z</dcterms:created>
  <dcterms:modified xsi:type="dcterms:W3CDTF">2026-06-09T07:10:02Z</dcterms:modified>
</cp:coreProperties>
</file>